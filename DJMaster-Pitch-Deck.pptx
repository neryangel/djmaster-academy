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1E1E3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DJMaster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80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45720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פלטפורמת DJ Education #1 בישראל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DDJ-FLX4 + Rekordbox | Hebrew-First | SaaS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566928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12121F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5806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🎵  40+ Lessons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291840" y="566928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12121F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5806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 3 Free Tools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26480" y="566928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12121F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5806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Community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961120" y="566928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12121F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5806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  Certificates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 potential DJs in Israel — with nowhere to learn properly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F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84832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YouTube: only English, no structure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F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953512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7889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  Private lessons: ₪300/hour — not accessible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F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822192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6576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🗂️  No Hebrew DJ curriculum exists anywhere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443484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F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690872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5262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🎛️  DDJ-FLX4 specific content: zero in Hebrew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530352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12121F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5559552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53949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😤  Beginners quit in 3 months due to overwhelm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Structured, Hebrew-first DJ education platform — built for the DDJ-FLX4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12121F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164592" cy="1828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LMS Platform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 video lessons in Hebrew, structured curriculum, progress tracking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12121F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828800"/>
            <a:ext cx="164592" cy="18288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Free Interactive Tools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29400" y="24688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BPM Calculator, Harmonic Mixing Wheel, Set Planner — lead magnets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12121F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840480"/>
            <a:ext cx="164592" cy="18288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23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Community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77240" y="44805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Discord, mix feedback, challenges, live sessions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3840480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12121F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3840480"/>
            <a:ext cx="164592" cy="18288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4023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Mentorship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629400" y="44805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 Zoom sessions, personalized feedback on mixes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SaaS with 5 tiers — from ₪0 to ₪1,999 Lifetime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4206240"/>
            <a:ext cx="1920240" cy="2194560"/>
          </a:xfrm>
          <a:prstGeom prst="rect">
            <a:avLst/>
          </a:prstGeom>
          <a:solidFill>
            <a:srgbClr val="1C1C20"/>
          </a:solidFill>
          <a:ln w="19050">
            <a:solidFill>
              <a:srgbClr val="6666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343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5303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" y="5760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users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4023360"/>
            <a:ext cx="1920240" cy="2377440"/>
          </a:xfrm>
          <a:prstGeom prst="rect">
            <a:avLst/>
          </a:prstGeom>
          <a:solidFill>
            <a:srgbClr val="3B1D17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4160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Monthly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5303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₪79/mo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06040" y="5760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users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74920" y="3840480"/>
            <a:ext cx="1920240" cy="2560320"/>
          </a:xfrm>
          <a:prstGeom prst="rect">
            <a:avLst/>
          </a:prstGeom>
          <a:solidFill>
            <a:srgbClr val="3B2420"/>
          </a:solidFill>
          <a:ln w="19050">
            <a:solidFill>
              <a:srgbClr val="FF8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977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Yearly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5303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₪649/yr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5760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 users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06640" y="3657600"/>
            <a:ext cx="1920240" cy="2743200"/>
          </a:xfrm>
          <a:prstGeom prst="rect">
            <a:avLst/>
          </a:prstGeom>
          <a:solidFill>
            <a:srgbClr val="2A193D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3794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Mentorship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69480" y="5303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₪299/mo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69480" y="5760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 users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738360" y="3474720"/>
            <a:ext cx="1920240" cy="2926080"/>
          </a:xfrm>
          <a:prstGeom prst="rect">
            <a:avLst/>
          </a:prstGeom>
          <a:solidFill>
            <a:srgbClr val="113123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3611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Lifetime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0" y="5303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₪1,999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0" y="5760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 users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revenue: Workshops • Affiliate • B2B Licensing • Merchandise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Targets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2121F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3566160" cy="914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₪80K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 MRR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51960" y="15544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2121F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1554480"/>
            <a:ext cx="3566160" cy="914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1828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251960" y="2743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 Students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46720" y="15544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2121F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554480"/>
            <a:ext cx="3566160" cy="914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1828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60+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8046720" y="2743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 Score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2121F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566160"/>
            <a:ext cx="3566160" cy="914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8404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40%+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Completion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51960" y="356616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2121F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51960" y="3566160"/>
            <a:ext cx="3566160" cy="914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4251960" y="38404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4251960" y="4754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Subs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046720" y="356616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2121F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3566160"/>
            <a:ext cx="3566160" cy="914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0" y="38404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5x+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8046720" y="4754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LTV:CAC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" y="56235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Forecast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7200" y="6035040"/>
            <a:ext cx="2818638" cy="45720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080760"/>
            <a:ext cx="26357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275838" y="6035040"/>
            <a:ext cx="2818638" cy="45720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67278" y="6080760"/>
            <a:ext cx="26357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094476" y="6035040"/>
            <a:ext cx="2818638" cy="45720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85916" y="6080760"/>
            <a:ext cx="26357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Y2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913114" y="6035040"/>
            <a:ext cx="2818638" cy="45720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04554" y="6080760"/>
            <a:ext cx="26357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Y3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57200" y="6492240"/>
            <a:ext cx="2818638" cy="320040"/>
          </a:xfrm>
          <a:prstGeom prst="rect">
            <a:avLst/>
          </a:prstGeom>
          <a:solidFill>
            <a:srgbClr val="12121F"/>
          </a:solidFill>
          <a:ln w="6350">
            <a:solidFill>
              <a:srgbClr val="2A2A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6537960"/>
            <a:ext cx="26357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75838" y="6492240"/>
            <a:ext cx="2818638" cy="320040"/>
          </a:xfrm>
          <a:prstGeom prst="rect">
            <a:avLst/>
          </a:prstGeom>
          <a:solidFill>
            <a:srgbClr val="0F0F1A"/>
          </a:solidFill>
          <a:ln w="6350">
            <a:solidFill>
              <a:srgbClr val="2A2A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67278" y="6537960"/>
            <a:ext cx="26357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₪948K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094476" y="6492240"/>
            <a:ext cx="2818638" cy="320040"/>
          </a:xfrm>
          <a:prstGeom prst="rect">
            <a:avLst/>
          </a:prstGeom>
          <a:solidFill>
            <a:srgbClr val="12121F"/>
          </a:solidFill>
          <a:ln w="6350">
            <a:solidFill>
              <a:srgbClr val="2A2A3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85916" y="6537960"/>
            <a:ext cx="26357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₪2.8M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913114" y="6492240"/>
            <a:ext cx="2818638" cy="320040"/>
          </a:xfrm>
          <a:prstGeom prst="rect">
            <a:avLst/>
          </a:prstGeom>
          <a:solidFill>
            <a:srgbClr val="0F0F1A"/>
          </a:solidFill>
          <a:ln w="6350">
            <a:solidFill>
              <a:srgbClr val="2A2A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04554" y="6537960"/>
            <a:ext cx="26357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₪7.5M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194560"/>
            <a:ext cx="11274552" cy="54864"/>
          </a:xfrm>
          <a:prstGeom prst="rect">
            <a:avLst/>
          </a:prstGeom>
          <a:solidFill>
            <a:srgbClr val="2A2A3E"/>
          </a:solidFill>
          <a:ln/>
        </p:spPr>
      </p:sp>
      <p:sp>
        <p:nvSpPr>
          <p:cNvPr id="6" name="Shape 4"/>
          <p:cNvSpPr/>
          <p:nvPr/>
        </p:nvSpPr>
        <p:spPr>
          <a:xfrm>
            <a:off x="1691640" y="2084832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71600"/>
            <a:ext cx="2743200" cy="685800"/>
          </a:xfrm>
          <a:prstGeom prst="roundRect">
            <a:avLst>
              <a:gd name="adj" fmla="val 13333"/>
            </a:avLst>
          </a:prstGeom>
          <a:solidFill>
            <a:srgbClr val="2A1714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2743200" cy="914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63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17190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1–3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12121F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852928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7432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video lessons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511296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40156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169664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059936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Gumroad payment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4828032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718304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 launch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5486400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376672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emails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17720" y="2084832"/>
            <a:ext cx="274320" cy="27432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3" name="Shape 21"/>
          <p:cNvSpPr/>
          <p:nvPr/>
        </p:nvSpPr>
        <p:spPr>
          <a:xfrm>
            <a:off x="3383280" y="1371600"/>
            <a:ext cx="2743200" cy="685800"/>
          </a:xfrm>
          <a:prstGeom prst="roundRect">
            <a:avLst>
              <a:gd name="adj" fmla="val 13333"/>
            </a:avLst>
          </a:prstGeom>
          <a:solidFill>
            <a:srgbClr val="0F231C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0" y="1371600"/>
            <a:ext cx="2743200" cy="914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1463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474720" y="17190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4–9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83280" y="251460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12121F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11880" y="2852928"/>
            <a:ext cx="91440" cy="9144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0" y="27432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platform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11880" y="3511296"/>
            <a:ext cx="91440" cy="9144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0" y="340156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payments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611880" y="4169664"/>
            <a:ext cx="91440" cy="9144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0" y="4059936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accounts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611880" y="4828032"/>
            <a:ext cx="91440" cy="9144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5" name="Text 33"/>
          <p:cNvSpPr/>
          <p:nvPr/>
        </p:nvSpPr>
        <p:spPr>
          <a:xfrm>
            <a:off x="3840480" y="4718304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full courses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11880" y="5486400"/>
            <a:ext cx="91440" cy="9144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7" name="Text 35"/>
          <p:cNvSpPr/>
          <p:nvPr/>
        </p:nvSpPr>
        <p:spPr>
          <a:xfrm>
            <a:off x="3840480" y="5376672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subscribers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543800" y="2084832"/>
            <a:ext cx="274320" cy="27432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9" name="Shape 37"/>
          <p:cNvSpPr/>
          <p:nvPr/>
        </p:nvSpPr>
        <p:spPr>
          <a:xfrm>
            <a:off x="6309360" y="1371600"/>
            <a:ext cx="2743200" cy="685800"/>
          </a:xfrm>
          <a:prstGeom prst="roundRect">
            <a:avLst>
              <a:gd name="adj" fmla="val 13333"/>
            </a:avLst>
          </a:prstGeom>
          <a:solidFill>
            <a:srgbClr val="1F142D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0" y="1371600"/>
            <a:ext cx="2743200" cy="914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1463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00800" y="17190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10–18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09360" y="251460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12121F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37960" y="2852928"/>
            <a:ext cx="91440" cy="914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45" name="Text 43"/>
          <p:cNvSpPr/>
          <p:nvPr/>
        </p:nvSpPr>
        <p:spPr>
          <a:xfrm>
            <a:off x="6766560" y="27432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537960" y="3511296"/>
            <a:ext cx="91440" cy="914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47" name="Text 45"/>
          <p:cNvSpPr/>
          <p:nvPr/>
        </p:nvSpPr>
        <p:spPr>
          <a:xfrm>
            <a:off x="6766560" y="340156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Mux video CDN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537960" y="4169664"/>
            <a:ext cx="91440" cy="914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49" name="Text 47"/>
          <p:cNvSpPr/>
          <p:nvPr/>
        </p:nvSpPr>
        <p:spPr>
          <a:xfrm>
            <a:off x="6766560" y="4059936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Circle.so community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537960" y="4828032"/>
            <a:ext cx="91440" cy="914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51" name="Text 49"/>
          <p:cNvSpPr/>
          <p:nvPr/>
        </p:nvSpPr>
        <p:spPr>
          <a:xfrm>
            <a:off x="6766560" y="4718304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Mentorship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537960" y="5486400"/>
            <a:ext cx="91440" cy="914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53" name="Text 51"/>
          <p:cNvSpPr/>
          <p:nvPr/>
        </p:nvSpPr>
        <p:spPr>
          <a:xfrm>
            <a:off x="6766560" y="5376672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subscribers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10469880" y="2084832"/>
            <a:ext cx="274320" cy="27432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55" name="Shape 53"/>
          <p:cNvSpPr/>
          <p:nvPr/>
        </p:nvSpPr>
        <p:spPr>
          <a:xfrm>
            <a:off x="9235440" y="1371600"/>
            <a:ext cx="2743200" cy="685800"/>
          </a:xfrm>
          <a:prstGeom prst="roundRect">
            <a:avLst>
              <a:gd name="adj" fmla="val 13333"/>
            </a:avLst>
          </a:prstGeom>
          <a:solidFill>
            <a:srgbClr val="0F1C2A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235440" y="1371600"/>
            <a:ext cx="2743200" cy="914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7" name="Text 55"/>
          <p:cNvSpPr/>
          <p:nvPr/>
        </p:nvSpPr>
        <p:spPr>
          <a:xfrm>
            <a:off x="9326880" y="1463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326880" y="17190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19–36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9235440" y="251460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12121F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464040" y="2852928"/>
            <a:ext cx="91440" cy="9144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61" name="Text 59"/>
          <p:cNvSpPr/>
          <p:nvPr/>
        </p:nvSpPr>
        <p:spPr>
          <a:xfrm>
            <a:off x="9692640" y="27432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+ Arabic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9464040" y="3511296"/>
            <a:ext cx="91440" cy="9144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63" name="Text 61"/>
          <p:cNvSpPr/>
          <p:nvPr/>
        </p:nvSpPr>
        <p:spPr>
          <a:xfrm>
            <a:off x="9692640" y="340156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Mix Analyzer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9464040" y="4169664"/>
            <a:ext cx="91440" cy="9144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65" name="Text 63"/>
          <p:cNvSpPr/>
          <p:nvPr/>
        </p:nvSpPr>
        <p:spPr>
          <a:xfrm>
            <a:off x="9692640" y="4059936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Pioneer DJ deal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9464040" y="4828032"/>
            <a:ext cx="91440" cy="9144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67" name="Text 65"/>
          <p:cNvSpPr/>
          <p:nvPr/>
        </p:nvSpPr>
        <p:spPr>
          <a:xfrm>
            <a:off x="9692640" y="4718304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licensing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9464040" y="5486400"/>
            <a:ext cx="91440" cy="9144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69" name="Text 67"/>
          <p:cNvSpPr/>
          <p:nvPr/>
        </p:nvSpPr>
        <p:spPr>
          <a:xfrm>
            <a:off x="9692640" y="5376672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8,000+ students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approach: No-code MVP → Next.js Full Platform → Mobile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383280" cy="4572000"/>
          </a:xfrm>
          <a:prstGeom prst="roundRect">
            <a:avLst>
              <a:gd name="adj" fmla="val 2703"/>
            </a:avLst>
          </a:prstGeom>
          <a:solidFill>
            <a:srgbClr val="12121F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3383280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9659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MVP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2715768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060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HTML/Framer Site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3401568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918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Gumroad Payments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4087368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9776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Unlisted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4773168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6634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5458968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3492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Mailchimp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0" y="1828800"/>
            <a:ext cx="3383280" cy="4572000"/>
          </a:xfrm>
          <a:prstGeom prst="roundRect">
            <a:avLst>
              <a:gd name="adj" fmla="val 2703"/>
            </a:avLst>
          </a:prstGeom>
          <a:solidFill>
            <a:srgbClr val="12121F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1828800"/>
            <a:ext cx="3383280" cy="10972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1" name="Text 19"/>
          <p:cNvSpPr/>
          <p:nvPr/>
        </p:nvSpPr>
        <p:spPr>
          <a:xfrm>
            <a:off x="4251960" y="19659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Platform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343400" y="2715768"/>
            <a:ext cx="82296" cy="8229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26060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 + 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43400" y="3401568"/>
            <a:ext cx="82296" cy="8229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32918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(DB+Auth)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43400" y="4087368"/>
            <a:ext cx="82296" cy="8229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39776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Subscriptions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343400" y="4773168"/>
            <a:ext cx="82296" cy="8229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46634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Mux.com Video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43400" y="5458968"/>
            <a:ext cx="82296" cy="8229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0" y="53492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Mixpanel Analytics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772400" y="1828800"/>
            <a:ext cx="3383280" cy="4572000"/>
          </a:xfrm>
          <a:prstGeom prst="roundRect">
            <a:avLst>
              <a:gd name="adj" fmla="val 2703"/>
            </a:avLst>
          </a:prstGeom>
          <a:solidFill>
            <a:srgbClr val="12121F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0" y="1828800"/>
            <a:ext cx="3383280" cy="10972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4" name="Text 32"/>
          <p:cNvSpPr/>
          <p:nvPr/>
        </p:nvSpPr>
        <p:spPr>
          <a:xfrm>
            <a:off x="7909560" y="19659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Scale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001000" y="2715768"/>
            <a:ext cx="82296" cy="82296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0" y="26060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(Expo)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001000" y="3401568"/>
            <a:ext cx="82296" cy="82296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0" y="32918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Circle.so Community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001000" y="4087368"/>
            <a:ext cx="82296" cy="82296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0" y="39776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Algolia Search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001000" y="4773168"/>
            <a:ext cx="82296" cy="82296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0" y="46634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+ Cloudflare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001000" y="5458968"/>
            <a:ext cx="82296" cy="82296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0" y="53492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Sentry Monitoring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0" y="3200400"/>
            <a:ext cx="4572000" cy="457200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the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DJ Academy in Israel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3200400" y="3200400"/>
            <a:ext cx="5788152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347472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5661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 Record Lessons 1–5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297680" y="347472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35661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Launch landing page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38160" y="347472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35661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📣  30 days TikTok / Reels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djmaster.academy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" y="52578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DJ journey starts today. 🎧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2026-03-13T00:42:48Z</dcterms:created>
  <dcterms:modified xsi:type="dcterms:W3CDTF">2026-03-13T00:42:48Z</dcterms:modified>
</cp:coreProperties>
</file>